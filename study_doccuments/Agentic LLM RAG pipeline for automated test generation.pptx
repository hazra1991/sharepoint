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C190-3FC4-0CD5-9A3F-741C7192F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772E2-101D-7976-5B41-3BA3E8A9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76E43-1238-DD90-1121-B64EA9B8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C6700-575E-D4BD-003A-3A11B6D9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7688E-5214-CB62-5690-395740F2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FE71-E716-4BC3-B488-5BA5F7E9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C349-0F53-A5B2-6FBD-EF67C44F7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C0A9-6D5F-DA95-9F03-705C0BDD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E4CA8-F038-44C2-F5B5-897AA877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AA09A-9CC7-166E-634E-DDEF2166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8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CA29-6C19-6520-9668-D398760E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96A89-D0F0-128D-6FCE-5D4C72841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5E44-403F-6D43-4CF6-76F5DE77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F56C-5B36-1C38-21D7-881A4D53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AB325-DB75-B5B7-ABD3-103DE496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2B52-1B4C-1DA4-66B0-B743C734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884D9-B396-11CC-6B30-FB28C4A32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8F779-6D7F-8BEE-3821-7A7ACB718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7E067-591C-0381-C40B-9FAD801F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B293B-9211-033F-3EBB-BA18DD40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B273D-D22F-F309-2F43-801136D9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7E1C-7B7A-1F32-2A37-A0023312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2EFC0-4AE1-1133-CF78-5156DDD62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98732-BE48-84DA-1F00-797D3D4B1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00D57-141D-45BF-0B42-9B3963C59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F2C8D-86D6-15AF-7FC2-38B34A83E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50AA4-DA3A-9E18-7365-5898DCF75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9FFF52-AE1C-201A-E398-66FAE7FC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5136B-4AE0-EFB3-0E78-C1595D0A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2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756A-423E-57C4-E21A-6E007E19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0E957-66FF-BD65-D303-3D6CC370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40C08-6E28-481E-BADA-ABA44C16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1D87-8C97-EC3C-E685-9F49A5E9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7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7AB26-8879-57F7-2FA5-6CD7F024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F85D0-5792-314A-B9E6-69771EBB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B45EF-EC96-E5A5-7453-D5C1747F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6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17D7-836D-358D-8544-BA8679176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66552-DE79-EA28-8B15-D9AEF0E7E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D137F-C032-91DC-0000-3A6DA8336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6444-A1C8-D5E9-DD81-5AF05B0A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6AAEB-81E8-E746-8A01-988E2CAB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0EA29-F1A3-01D1-CC4E-EE96F77F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FB26-10B5-2116-40AA-038DA683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6B9BA-7216-AC57-5304-1DEF18ED9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DC34D-1726-6ACC-B91A-D8B55A8A1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945B9-7B58-E5E8-3707-5EC7E3E0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D4AF1-70BB-1A11-C4E3-52C85A43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C213E-E93C-9C85-E50A-C3166F3E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E143-BC64-05E5-CE47-664DA7B2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AA966-1566-998D-25E1-37EF99131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7007D-4BAD-A1AA-35D2-1F6F55B0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5D1D6-2AF4-0F8E-EC8C-123019B6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F2720-86C4-CCB4-EF6F-1AA4E1A2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B0B39-2683-3F6E-8BF0-835B6D655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30F83-4D03-1B44-1AAA-0D1EC779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0F91A-245D-E302-49A7-B126AF81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F2469-5631-883C-1BC4-1EA8BF62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DF0E-E520-38B6-C56B-4F65483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5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CD084A-BDE9-F399-E9B7-5428A7876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92C0B-DF50-704C-1644-9C4E8A450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E426E-CB5E-E5E2-0368-C86FCF256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CB54E-361D-4DD1-835C-AB770E4AB93B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E1895-1FB9-4CF3-896A-1DFECF221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2F12-BE52-13DD-0100-D17167EAF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483B7-CB00-41E8-8133-FFB5B0E1A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289B-EABC-F6BD-838B-726CAB23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375"/>
          </a:xfrm>
        </p:spPr>
        <p:txBody>
          <a:bodyPr>
            <a:noAutofit/>
          </a:bodyPr>
          <a:lstStyle/>
          <a:p>
            <a:r>
              <a:rPr lang="en-US" sz="2400" b="1" dirty="0"/>
              <a:t>Agentic LLM RAG pipeline for automated test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31984-9334-45C7-39C9-9428531A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574"/>
            <a:ext cx="10515600" cy="52313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/>
              <a:t>Problem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Writing automation tests manually is time-consuming and error-prone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Jira test steps are high-level, inconsistent, business-language oriented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Full source code is too noisy for embeddings and LLM retrieval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LLM hallucinations risk generating incorrect or non-existent methods</a:t>
            </a:r>
          </a:p>
          <a:p>
            <a:pPr marL="0" indent="0">
              <a:buNone/>
            </a:pPr>
            <a:r>
              <a:rPr lang="en-US" sz="2000" b="1" dirty="0"/>
              <a:t>The Big Idea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Build an Agentic LLM RAG pipeline for automated test generation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/>
              <a:t>Embed only useful code artifacts, not entire source files: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Framework methods (with docstrings)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Page Object methods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Test case summaries (intent + steps)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600" dirty="0"/>
              <a:t>Guidelines / coding rules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Normalize Jira test steps into structured intents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Step-level retrieval from vector DB → LLM for reasoning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Agentic system can ask for more context if needed</a:t>
            </a:r>
          </a:p>
          <a:p>
            <a:pPr marL="0" indent="0">
              <a:buNone/>
            </a:pPr>
            <a:r>
              <a:rPr lang="en-US" sz="2000" b="1" dirty="0"/>
              <a:t>Goal:</a:t>
            </a:r>
          </a:p>
          <a:p>
            <a:pPr marL="0" indent="0">
              <a:buNone/>
            </a:pPr>
            <a:r>
              <a:rPr lang="en-US" sz="2000" b="1" dirty="0"/>
              <a:t>Automate test generation safely, reliably, and at scale, while avoiding hallucinated code.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2592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D7C6-2689-785E-30AD-9A26448B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1BD3-3A98-E7DD-7201-F2AA7FAC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375"/>
          </a:xfrm>
        </p:spPr>
        <p:txBody>
          <a:bodyPr>
            <a:noAutofit/>
          </a:bodyPr>
          <a:lstStyle/>
          <a:p>
            <a:r>
              <a:rPr lang="en-US" sz="2400" b="1" dirty="0"/>
              <a:t>Agentic LLM RAG Pipeline: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F368-8D84-365A-B6E4-20D84B50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574"/>
            <a:ext cx="10515600" cy="5231390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/>
              <a:t>Knowledge Ingestion (Offline / Preprocessing)</a:t>
            </a:r>
          </a:p>
          <a:p>
            <a:pPr lvl="1"/>
            <a:r>
              <a:rPr lang="en-US" sz="1400" dirty="0"/>
              <a:t>Embed framework methods → 1 method per vector (docstring, params, tags)</a:t>
            </a:r>
          </a:p>
          <a:p>
            <a:pPr lvl="1"/>
            <a:r>
              <a:rPr lang="en-US" sz="1400" dirty="0"/>
              <a:t>Embed use-case functions → 1 function per vector (docstring, params, linked framework methods)</a:t>
            </a:r>
          </a:p>
          <a:p>
            <a:pPr lvl="1"/>
            <a:r>
              <a:rPr lang="en-US" sz="1400" dirty="0"/>
              <a:t>Summarize test cases → intent + methods used (do NOT embed full code)</a:t>
            </a:r>
          </a:p>
          <a:p>
            <a:pPr lvl="1"/>
            <a:r>
              <a:rPr lang="en-US" sz="1400" dirty="0"/>
              <a:t>Embed coding rules &amp; guidelines → naming conventions, “do not invent APIs”</a:t>
            </a:r>
          </a:p>
          <a:p>
            <a:pPr lvl="1"/>
            <a:r>
              <a:rPr lang="en-US" sz="1400" dirty="0"/>
              <a:t>Store all embeddings in vector database (DB)</a:t>
            </a:r>
          </a:p>
          <a:p>
            <a:pPr marL="457200" lvl="1" indent="0">
              <a:buNone/>
            </a:pPr>
            <a:r>
              <a:rPr lang="en-US" sz="1400" b="1" dirty="0"/>
              <a:t>Clarification: This is offline preparation, no LLM code generation yet.</a:t>
            </a:r>
          </a:p>
          <a:p>
            <a:r>
              <a:rPr lang="en-US" sz="1700" b="1" dirty="0"/>
              <a:t>Jira → parse Intent</a:t>
            </a:r>
          </a:p>
          <a:p>
            <a:pPr lvl="1"/>
            <a:r>
              <a:rPr lang="en-US" sz="1400" dirty="0"/>
              <a:t>Pre-processing module (or small </a:t>
            </a:r>
            <a:r>
              <a:rPr lang="en-US" sz="1300" dirty="0"/>
              <a:t>LLM) converts Jira steps -- structured intents  or intent Query strings</a:t>
            </a:r>
          </a:p>
          <a:p>
            <a:pPr lvl="1"/>
            <a:r>
              <a:rPr lang="en-US" sz="1300" dirty="0"/>
              <a:t>Intent Query Is  embedded → vector DB search → top-K relevant methods</a:t>
            </a:r>
          </a:p>
          <a:p>
            <a:pPr marL="457200" lvl="1" indent="0">
              <a:buNone/>
            </a:pPr>
            <a:r>
              <a:rPr lang="en-US" sz="1400" b="1" dirty="0"/>
              <a:t>Clarification: Only the query string is embedded, not the raw Jira step ,Prevents hallucinations and ensures retrieval is accurate</a:t>
            </a:r>
          </a:p>
          <a:p>
            <a:pPr marL="457200" lvl="1" indent="0">
              <a:buNone/>
            </a:pPr>
            <a:r>
              <a:rPr lang="en-US" sz="1400" b="1" dirty="0"/>
              <a:t>Till here it  has been worked upon and we can parse the intent using an encoder decoder model like T5 FLAN, no need to go with a decoder only model like GTP.</a:t>
            </a:r>
          </a:p>
          <a:p>
            <a:r>
              <a:rPr lang="en-US" sz="1700" b="1" dirty="0"/>
              <a:t>Agentic Reasoning</a:t>
            </a:r>
          </a:p>
          <a:p>
            <a:pPr lvl="1"/>
            <a:r>
              <a:rPr lang="en-US" sz="1400" dirty="0"/>
              <a:t>Assembles retrieved methods in correct sequence</a:t>
            </a:r>
          </a:p>
          <a:p>
            <a:pPr lvl="1"/>
            <a:r>
              <a:rPr lang="en-US" sz="1400" dirty="0"/>
              <a:t>Detects missing framework or use-case coverage</a:t>
            </a:r>
          </a:p>
          <a:p>
            <a:pPr lvl="1"/>
            <a:r>
              <a:rPr lang="en-US" sz="1400" dirty="0"/>
              <a:t>Flags unimplemented steps as TODO / Not Implementable</a:t>
            </a:r>
          </a:p>
          <a:p>
            <a:pPr lvl="1"/>
            <a:r>
              <a:rPr lang="en-US" sz="1400" dirty="0"/>
              <a:t>Can request additional context from DB if needed</a:t>
            </a:r>
          </a:p>
          <a:p>
            <a:r>
              <a:rPr lang="en-US" sz="1700" b="1" dirty="0"/>
              <a:t> LLM Test Generation</a:t>
            </a:r>
          </a:p>
          <a:p>
            <a:pPr lvl="1"/>
            <a:r>
              <a:rPr lang="en-US" sz="1400" dirty="0"/>
              <a:t>Uses retrieved methods only</a:t>
            </a:r>
          </a:p>
          <a:p>
            <a:pPr lvl="1"/>
            <a:r>
              <a:rPr lang="en-US" sz="1400" dirty="0"/>
              <a:t>Follows existing test structure</a:t>
            </a:r>
          </a:p>
          <a:p>
            <a:pPr lvl="1"/>
            <a:r>
              <a:rPr lang="en-US" sz="1400" dirty="0"/>
              <a:t>Inserts TODOs for missing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70475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367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Wingdings</vt:lpstr>
      <vt:lpstr>Office Theme</vt:lpstr>
      <vt:lpstr>Agentic LLM RAG pipeline for automated test generation</vt:lpstr>
      <vt:lpstr>Agentic LLM RAG Pipeline: Solution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Hazra</dc:creator>
  <cp:lastModifiedBy>Abhishek Hazra</cp:lastModifiedBy>
  <cp:revision>4</cp:revision>
  <dcterms:created xsi:type="dcterms:W3CDTF">2026-01-15T14:52:34Z</dcterms:created>
  <dcterms:modified xsi:type="dcterms:W3CDTF">2026-01-16T08:42:51Z</dcterms:modified>
</cp:coreProperties>
</file>