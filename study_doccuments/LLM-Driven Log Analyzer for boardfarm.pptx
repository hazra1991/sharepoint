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DC190-3FC4-0CD5-9A3F-741C7192FD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8772E2-101D-7976-5B41-3BA3E8A9A2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B76E43-1238-DD90-1121-B64EA9B88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CB54E-361D-4DD1-835C-AB770E4AB93B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BC6700-575E-D4BD-003A-3A11B6D99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B7688E-5214-CB62-5690-395740F2C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483B7-CB00-41E8-8133-FFB5B0E1A4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290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AFE71-E716-4BC3-B488-5BA5F7E96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FC349-0F53-A5B2-6FBD-EF67C44F7A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9FC0A9-6D5F-DA95-9F03-705C0BDD7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CB54E-361D-4DD1-835C-AB770E4AB93B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E4CA8-F038-44C2-F5B5-897AA8770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8AA09A-9CC7-166E-634E-DDEF2166C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483B7-CB00-41E8-8133-FFB5B0E1A4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885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6CA29-6C19-6520-9668-D398760EC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496A89-D0F0-128D-6FCE-5D4C72841D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E95E44-403F-6D43-4CF6-76F5DE77C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CB54E-361D-4DD1-835C-AB770E4AB93B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17F56C-5B36-1C38-21D7-881A4D53C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2AB325-DB75-B5B7-ABD3-103DE496B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483B7-CB00-41E8-8133-FFB5B0E1A4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230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62B52-1B4C-1DA4-66B0-B743C734C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9884D9-B396-11CC-6B30-FB28C4A322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D8F779-6D7F-8BEE-3821-7A7ACB718D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17E067-591C-0381-C40B-9FAD801FE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CB54E-361D-4DD1-835C-AB770E4AB93B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CB293B-9211-033F-3EBB-BA18DD40E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0B273D-D22F-F309-2F43-801136D90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483B7-CB00-41E8-8133-FFB5B0E1A4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64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C7E1C-7B7A-1F32-2A37-A00233120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72EFC0-4AE1-1133-CF78-5156DDD623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998732-BE48-84DA-1F00-797D3D4B13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900D57-141D-45BF-0B42-9B3963C595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AF2C8D-86D6-15AF-7FC2-38B34A83E2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F50AA4-DA3A-9E18-7365-5898DCF75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CB54E-361D-4DD1-835C-AB770E4AB93B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9FFF52-AE1C-201A-E398-66FAE7FC6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85136B-4AE0-EFB3-0E78-C1595D0AB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483B7-CB00-41E8-8133-FFB5B0E1A4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020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8756A-423E-57C4-E21A-6E007E196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80E957-66FF-BD65-D303-3D6CC370E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CB54E-361D-4DD1-835C-AB770E4AB93B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540C08-6E28-481E-BADA-ABA44C163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041D87-8C97-EC3C-E685-9F49A5E9C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483B7-CB00-41E8-8133-FFB5B0E1A4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573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A7AB26-8879-57F7-2FA5-6CD7F0249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CB54E-361D-4DD1-835C-AB770E4AB93B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EF85D0-5792-314A-B9E6-69771EBB3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6B45EF-EC96-E5A5-7453-D5C1747F8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483B7-CB00-41E8-8133-FFB5B0E1A4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369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817D7-836D-358D-8544-BA8679176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66552-DE79-EA28-8B15-D9AEF0E7E0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DD137F-C032-91DC-0000-3A6DA8336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FF6444-A1C8-D5E9-DD81-5AF05B0A2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CB54E-361D-4DD1-835C-AB770E4AB93B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66AAEB-81E8-E746-8A01-988E2CAB8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A0EA29-F1A3-01D1-CC4E-EE96F77F7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483B7-CB00-41E8-8133-FFB5B0E1A4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835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4FB26-10B5-2116-40AA-038DA6837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56B9BA-7216-AC57-5304-1DEF18ED92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0DC34D-1726-6ACC-B91A-D8B55A8A1F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F945B9-7B58-E5E8-3707-5EC7E3E07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CB54E-361D-4DD1-835C-AB770E4AB93B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0D4AF1-70BB-1A11-C4E3-52C85A437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CC213E-E93C-9C85-E50A-C3166F3EB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483B7-CB00-41E8-8133-FFB5B0E1A4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441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4E143-BC64-05E5-CE47-664DA7B2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0AA966-1566-998D-25E1-37EF99131F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97007D-4BAD-A1AA-35D2-1F6F55B04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CB54E-361D-4DD1-835C-AB770E4AB93B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E5D1D6-2AF4-0F8E-EC8C-123019B64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6F2720-86C4-CCB4-EF6F-1AA4E1A28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483B7-CB00-41E8-8133-FFB5B0E1A4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328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7B0B39-2683-3F6E-8BF0-835B6D655A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630F83-4D03-1B44-1AAA-0D1EC7790B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0F91A-245D-E302-49A7-B126AF813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CB54E-361D-4DD1-835C-AB770E4AB93B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DF2469-5631-883C-1BC4-1EA8BF628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7DF0E-E520-38B6-C56B-4F65483F9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483B7-CB00-41E8-8133-FFB5B0E1A4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352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CD084A-BDE9-F399-E9B7-5428A7876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D92C0B-DF50-704C-1644-9C4E8A450D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EE426E-CB5E-E5E2-0368-C86FCF2569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8CB54E-361D-4DD1-835C-AB770E4AB93B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AE1895-1FB9-4CF3-896A-1DFECF221B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5E2F12-BE52-13DD-0100-D17167EAF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2483B7-CB00-41E8-8133-FFB5B0E1A4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162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4289B-EABC-F6BD-838B-726CAB23D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06375"/>
          </a:xfrm>
        </p:spPr>
        <p:txBody>
          <a:bodyPr>
            <a:noAutofit/>
          </a:bodyPr>
          <a:lstStyle/>
          <a:p>
            <a:r>
              <a:rPr lang="en-US" sz="2400" b="1" dirty="0"/>
              <a:t>LLM-Driven Log Analyzer for </a:t>
            </a:r>
            <a:r>
              <a:rPr lang="en-US" sz="2400" b="1" dirty="0" err="1"/>
              <a:t>boardfarm</a:t>
            </a:r>
            <a:endParaRPr lang="en-US" sz="2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31984-9334-45C7-39C9-9428531A11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45574"/>
            <a:ext cx="10515600" cy="52313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Problem statement</a:t>
            </a:r>
          </a:p>
          <a:p>
            <a:r>
              <a:rPr lang="en-US" sz="1800" dirty="0"/>
              <a:t>Test and device logs are extremely large, noisy, and unstructured ,Logs contain Framework noise, Retries and timeouts, Multiple devices mixed together</a:t>
            </a:r>
          </a:p>
          <a:p>
            <a:r>
              <a:rPr lang="en-US" sz="1800" dirty="0"/>
              <a:t>Sending these full logs to an LLM is not feasible due to size and cost, often leads to hallucinations, and provides a low signal-to-noise ratio.</a:t>
            </a:r>
          </a:p>
          <a:p>
            <a:r>
              <a:rPr lang="en-US" sz="1800" dirty="0"/>
              <a:t>Manual debugging is slow, repetitive, relies heavily on tribal knowledge, and does not scale.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b="1" dirty="0"/>
              <a:t>The Idea:</a:t>
            </a:r>
          </a:p>
          <a:p>
            <a:r>
              <a:rPr lang="en-US" sz="1800" dirty="0"/>
              <a:t>Do not send raw logs directly to the LLM</a:t>
            </a:r>
          </a:p>
          <a:p>
            <a:r>
              <a:rPr lang="en-US" sz="1800" dirty="0"/>
              <a:t>Break the inference problem into smaller, controlled steps</a:t>
            </a:r>
          </a:p>
          <a:p>
            <a:r>
              <a:rPr lang="en-US" sz="1800" dirty="0"/>
              <a:t>Use deterministic logic first, then leverage the LLM only for reasoning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b="1" dirty="0"/>
              <a:t>Goal: Turn messy logs into a clean, structured context that the LLM can reason over reliably</a:t>
            </a:r>
          </a:p>
        </p:txBody>
      </p:sp>
    </p:spTree>
    <p:extLst>
      <p:ext uri="{BB962C8B-B14F-4D97-AF65-F5344CB8AC3E}">
        <p14:creationId xmlns:p14="http://schemas.microsoft.com/office/powerpoint/2010/main" val="18259282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ED7C6-2689-785E-30AD-9A26448B9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91BD3-3A98-E7DD-7201-F2AA7FAC3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06375"/>
          </a:xfrm>
        </p:spPr>
        <p:txBody>
          <a:bodyPr>
            <a:noAutofit/>
          </a:bodyPr>
          <a:lstStyle/>
          <a:p>
            <a:r>
              <a:rPr lang="en-US" sz="2400" b="1" dirty="0"/>
              <a:t>Proposed Solution: Agentic Log Analysis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BF368-8D84-365A-B6E4-20D84B5053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45574"/>
            <a:ext cx="10515600" cy="5231390"/>
          </a:xfrm>
        </p:spPr>
        <p:txBody>
          <a:bodyPr>
            <a:normAutofit fontScale="92500" lnSpcReduction="10000"/>
          </a:bodyPr>
          <a:lstStyle/>
          <a:p>
            <a:r>
              <a:rPr lang="en-US" sz="1800" b="1" dirty="0"/>
              <a:t>Log Ingestion </a:t>
            </a:r>
            <a:r>
              <a:rPr lang="en-US" sz="1800" dirty="0"/>
              <a:t>: Endpoint receives raw test logs (framework + device logs)</a:t>
            </a:r>
          </a:p>
          <a:p>
            <a:r>
              <a:rPr lang="en-US" sz="1800" b="1" dirty="0"/>
              <a:t>Pre-Processing (No LLM Involved)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500" dirty="0"/>
              <a:t>Extract failure stack trace and Identify &amp; mark critical stack frames (internal scoring, not sent to LLM)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500" dirty="0"/>
              <a:t>Normalize device prompts ([PASSWORD], [DEVICE], [LINUX]) and Extract only relevant device &amp; application logs</a:t>
            </a:r>
          </a:p>
          <a:p>
            <a:r>
              <a:rPr lang="en-US" sz="1800" b="1" dirty="0" err="1"/>
              <a:t>LogContext</a:t>
            </a:r>
            <a:r>
              <a:rPr lang="en-US" sz="1800" b="1" dirty="0"/>
              <a:t> Object (Strict Schema) ;</a:t>
            </a:r>
            <a:r>
              <a:rPr lang="en-US" sz="1800" i="1" dirty="0"/>
              <a:t>till here</a:t>
            </a:r>
            <a:r>
              <a:rPr lang="en-US" sz="1800" b="1" dirty="0"/>
              <a:t> </a:t>
            </a:r>
            <a:r>
              <a:rPr lang="en-US" sz="1800" i="1" dirty="0"/>
              <a:t>completed and can be improved</a:t>
            </a:r>
            <a:r>
              <a:rPr lang="en-US" sz="1800" b="1" dirty="0"/>
              <a:t>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500" dirty="0"/>
              <a:t>Failure summary (exception type, error message)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500" dirty="0"/>
              <a:t>Identified top stack frames along with narrowed &amp; normalized device logs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500" dirty="0"/>
              <a:t>Environment &amp; expectation context (provisioning mode, device type, expected behavior)</a:t>
            </a:r>
            <a:endParaRPr lang="en-US" sz="1800" dirty="0"/>
          </a:p>
          <a:p>
            <a:r>
              <a:rPr lang="en-US" sz="1800" b="1" dirty="0"/>
              <a:t>LLM-Driven Inference (Agentic) ; </a:t>
            </a:r>
            <a:r>
              <a:rPr lang="en-US" sz="1800" i="1" dirty="0"/>
              <a:t>Partially done ,requires a working LLM that infers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500" dirty="0"/>
              <a:t>LLM receives structured </a:t>
            </a:r>
            <a:r>
              <a:rPr lang="en-US" sz="1500" dirty="0" err="1"/>
              <a:t>LogContext</a:t>
            </a:r>
            <a:endParaRPr lang="en-US" sz="15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500" dirty="0"/>
              <a:t>If confident </a:t>
            </a:r>
            <a:r>
              <a:rPr lang="en-US" sz="1500" dirty="0">
                <a:sym typeface="Wingdings" panose="05000000000000000000" pitchFamily="2" charset="2"/>
              </a:rPr>
              <a:t></a:t>
            </a:r>
            <a:r>
              <a:rPr lang="en-US" sz="1500" dirty="0"/>
              <a:t> infer Root Cause directly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500" dirty="0"/>
              <a:t>If not confident </a:t>
            </a:r>
            <a:r>
              <a:rPr lang="en-US" sz="1500" dirty="0">
                <a:sym typeface="Wingdings" panose="05000000000000000000" pitchFamily="2" charset="2"/>
              </a:rPr>
              <a:t></a:t>
            </a:r>
            <a:r>
              <a:rPr lang="en-US" sz="1500" dirty="0"/>
              <a:t> request additional logs/device context or code context (a flat code structure can be built)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500" dirty="0"/>
              <a:t>System responds iteratively with next best matching data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500" dirty="0"/>
              <a:t>Optional: semantic matching of device logs using embeddings</a:t>
            </a:r>
          </a:p>
          <a:p>
            <a:pPr marL="0" indent="0">
              <a:buNone/>
            </a:pPr>
            <a:r>
              <a:rPr lang="en-US" sz="1700" b="1" dirty="0"/>
              <a:t>Done: </a:t>
            </a:r>
            <a:r>
              <a:rPr lang="en-US" sz="1700" dirty="0"/>
              <a:t>Deterministic pipeline builds a clean, partial </a:t>
            </a:r>
            <a:r>
              <a:rPr lang="en-US" sz="1700" dirty="0" err="1"/>
              <a:t>LogContext</a:t>
            </a:r>
            <a:r>
              <a:rPr lang="en-US" sz="1700" dirty="0"/>
              <a:t> from noisy logs; agentic inference model is under construction</a:t>
            </a:r>
            <a:r>
              <a:rPr lang="en-US" sz="1700" b="1" dirty="0"/>
              <a:t>. </a:t>
            </a:r>
            <a:r>
              <a:rPr lang="en-US" sz="1700" dirty="0"/>
              <a:t>This log context can be provided to the LLM </a:t>
            </a:r>
          </a:p>
          <a:p>
            <a:pPr marL="0" indent="0">
              <a:buNone/>
            </a:pPr>
            <a:r>
              <a:rPr lang="en-US" sz="1700" b="1" dirty="0"/>
              <a:t>Pending</a:t>
            </a:r>
            <a:r>
              <a:rPr lang="en-US" sz="1700" dirty="0"/>
              <a:t>: Full validation and rollout are blocked by lack of an internal LLM, limiting testing to mocks the flow.</a:t>
            </a:r>
            <a:endParaRPr lang="en-US" sz="1700" b="1" dirty="0"/>
          </a:p>
          <a:p>
            <a:pPr marL="0" indent="0">
              <a:buNone/>
            </a:pPr>
            <a:r>
              <a:rPr lang="en-US" sz="1700" b="1" dirty="0"/>
              <a:t>Expected: </a:t>
            </a:r>
            <a:r>
              <a:rPr lang="en-US" sz="1700" dirty="0"/>
              <a:t>Integrate a constrained LLM to complete/validate missing </a:t>
            </a:r>
            <a:r>
              <a:rPr lang="en-US" sz="1700" dirty="0" err="1"/>
              <a:t>LogContext</a:t>
            </a:r>
            <a:r>
              <a:rPr lang="en-US" sz="1700" dirty="0"/>
              <a:t>, NOTE the </a:t>
            </a:r>
            <a:r>
              <a:rPr lang="en-US" sz="1700" dirty="0" err="1"/>
              <a:t>llm</a:t>
            </a:r>
            <a:r>
              <a:rPr lang="en-US" sz="1700" dirty="0"/>
              <a:t> is not required to be proficient or fine tuned in the business logic (if done then great) ,I just need to understand and should be able to understand prompts </a:t>
            </a:r>
            <a:r>
              <a:rPr lang="en-US" sz="1700"/>
              <a:t>and context.</a:t>
            </a:r>
          </a:p>
        </p:txBody>
      </p:sp>
    </p:spTree>
    <p:extLst>
      <p:ext uri="{BB962C8B-B14F-4D97-AF65-F5344CB8AC3E}">
        <p14:creationId xmlns:p14="http://schemas.microsoft.com/office/powerpoint/2010/main" val="27047559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0819fa7-4367-4500-ba88-dd630d977609}" enabled="1" method="Standard" siteId="{63ce7d59-2f3e-42cd-a8cc-be764cff5eb6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413</Words>
  <Application>Microsoft Office PowerPoint</Application>
  <PresentationFormat>Widescreen</PresentationFormat>
  <Paragraphs>30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Wingdings</vt:lpstr>
      <vt:lpstr>Office Theme</vt:lpstr>
      <vt:lpstr>LLM-Driven Log Analyzer for boardfarm</vt:lpstr>
      <vt:lpstr>Proposed Solution: Agentic Log Analysis Pipeline</vt:lpstr>
    </vt:vector>
  </TitlesOfParts>
  <Company>Infosys Limited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Abhishek Hazra</dc:creator>
  <cp:lastModifiedBy>Abhishek Hazra</cp:lastModifiedBy>
  <cp:revision>3</cp:revision>
  <dcterms:created xsi:type="dcterms:W3CDTF">2026-01-15T14:52:34Z</dcterms:created>
  <dcterms:modified xsi:type="dcterms:W3CDTF">2026-01-16T08:38:12Z</dcterms:modified>
</cp:coreProperties>
</file>